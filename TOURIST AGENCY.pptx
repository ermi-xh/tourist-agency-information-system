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334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96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42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9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3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0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4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38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7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4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684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B3EFB35-67F9-4965-96BD-78D647E6C0F2}" type="datetimeFigureOut">
              <a:rPr lang="en-US" smtClean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24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5578-7EFC-F648-0110-A709325CB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TOURIST AGENCY 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32FE9-B5D4-7732-E266-F637AB50C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645152"/>
            <a:ext cx="7315200" cy="914400"/>
          </a:xfrm>
        </p:spPr>
        <p:txBody>
          <a:bodyPr/>
          <a:lstStyle/>
          <a:p>
            <a:r>
              <a:rPr lang="en-US" dirty="0"/>
              <a:t>LIST OF FUNCTIONAL AND NON-FUNCTIONAL REQURIEMENTS</a:t>
            </a:r>
          </a:p>
        </p:txBody>
      </p:sp>
    </p:spTree>
    <p:extLst>
      <p:ext uri="{BB962C8B-B14F-4D97-AF65-F5344CB8AC3E}">
        <p14:creationId xmlns:p14="http://schemas.microsoft.com/office/powerpoint/2010/main" val="349100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DE31B-C83F-008F-41D8-15BCE61F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9B22-E935-FFE0-041C-1DA908F2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934"/>
            <a:ext cx="7729728" cy="1188720"/>
          </a:xfrm>
        </p:spPr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42F632-CF80-606F-119D-A5FED49CD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53" y="1673157"/>
            <a:ext cx="5000018" cy="4844375"/>
          </a:xfrm>
          <a:ln>
            <a:solidFill>
              <a:schemeClr val="tx1"/>
            </a:solidFill>
            <a:prstDash val="dash"/>
          </a:ln>
        </p:spPr>
        <p:txBody>
          <a:bodyPr>
            <a:normAutofit fontScale="92500" lnSpcReduction="20000"/>
          </a:bodyPr>
          <a:lstStyle/>
          <a:p>
            <a:r>
              <a:rPr lang="en-US" dirty="0"/>
              <a:t>Guest user views available tour packages</a:t>
            </a:r>
          </a:p>
          <a:p>
            <a:r>
              <a:rPr lang="en-US" dirty="0"/>
              <a:t>Guest user searches tour packages</a:t>
            </a:r>
          </a:p>
          <a:p>
            <a:r>
              <a:rPr lang="en-US" dirty="0"/>
              <a:t>Guest user filters tour packages by destination</a:t>
            </a:r>
          </a:p>
          <a:p>
            <a:r>
              <a:rPr lang="en-US" dirty="0"/>
              <a:t>Guest user filters tour packages by price</a:t>
            </a:r>
          </a:p>
          <a:p>
            <a:r>
              <a:rPr lang="en-US" dirty="0"/>
              <a:t>Guest user creates a customer account</a:t>
            </a:r>
          </a:p>
          <a:p>
            <a:r>
              <a:rPr lang="en-US" dirty="0"/>
              <a:t>Customer logs into the system</a:t>
            </a:r>
          </a:p>
          <a:p>
            <a:r>
              <a:rPr lang="en-US" dirty="0"/>
              <a:t>Customer searches tour packages</a:t>
            </a:r>
          </a:p>
          <a:p>
            <a:r>
              <a:rPr lang="en-US" dirty="0"/>
              <a:t>Customer filters tours by category</a:t>
            </a:r>
          </a:p>
          <a:p>
            <a:r>
              <a:rPr lang="en-US" dirty="0"/>
              <a:t>Customer views tour package details</a:t>
            </a:r>
          </a:p>
          <a:p>
            <a:r>
              <a:rPr lang="en-US" dirty="0"/>
              <a:t>Customer checks tour availability</a:t>
            </a:r>
          </a:p>
          <a:p>
            <a:r>
              <a:rPr lang="en-US" dirty="0"/>
              <a:t>Customer books a tour package</a:t>
            </a:r>
          </a:p>
          <a:p>
            <a:r>
              <a:rPr lang="en-US" dirty="0"/>
              <a:t>Customer selects travel dates</a:t>
            </a:r>
          </a:p>
          <a:p>
            <a:r>
              <a:rPr lang="en-US" dirty="0"/>
              <a:t>Customer enters traveler information</a:t>
            </a:r>
          </a:p>
          <a:p>
            <a:r>
              <a:rPr lang="en-US" dirty="0"/>
              <a:t>Customer makes payment for booking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E0368-5237-3876-3944-19370EE809E1}"/>
              </a:ext>
            </a:extLst>
          </p:cNvPr>
          <p:cNvSpPr txBox="1"/>
          <p:nvPr/>
        </p:nvSpPr>
        <p:spPr>
          <a:xfrm>
            <a:off x="6579143" y="1673157"/>
            <a:ext cx="5000017" cy="483824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receives booking confirmation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downloads tickets and receipts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views booking history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cancels a booking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updates personal profile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creates bookings for customers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updates reservation details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cancels reservations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checks travel package availability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views customer travel history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assists customers with booking modifications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Finance agent verifies customer payments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Finance agent generates invoices for bookings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1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5CBF-83F2-ACF0-384B-5148E4FB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5987-BB50-5F79-CBCC-AB2D37BA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934"/>
            <a:ext cx="7729728" cy="1188720"/>
          </a:xfrm>
        </p:spPr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4FDA98-DD42-129F-A18F-3A9296EB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53" y="1673157"/>
            <a:ext cx="5000018" cy="4838248"/>
          </a:xfrm>
          <a:ln>
            <a:solidFill>
              <a:schemeClr val="tx1"/>
            </a:solidFill>
            <a:prstDash val="dash"/>
          </a:ln>
        </p:spPr>
        <p:txBody>
          <a:bodyPr>
            <a:normAutofit fontScale="62500" lnSpcReduction="20000"/>
          </a:bodyPr>
          <a:lstStyle/>
          <a:p>
            <a:r>
              <a:rPr lang="en-US" sz="2400" dirty="0"/>
              <a:t>Finance agent records payment transactions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Finance agent views financial transaction reports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Operations agent creates tour packages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Operations agent updates tour package prices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Operations agent updates tour package availability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Operations agent manages inventory of rooms and seats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Administrator creates staff accounts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Administrator updates staff account permissions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112B7-61F4-C139-591D-1D5DA3631D00}"/>
              </a:ext>
            </a:extLst>
          </p:cNvPr>
          <p:cNvSpPr txBox="1"/>
          <p:nvPr/>
        </p:nvSpPr>
        <p:spPr>
          <a:xfrm>
            <a:off x="6540231" y="1673157"/>
            <a:ext cx="4656306" cy="408932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Administrator deletes staff accounts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Administrator views sales reports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Administrator configures system settings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updates inventory after booking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generates PDF tickets and receipts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stores customer travel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2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35CB-B2E3-AA6B-3F2B-02D0CFAA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1122-6828-A4B7-D4DC-FBEECF3F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934"/>
            <a:ext cx="7729728" cy="1188720"/>
          </a:xfrm>
        </p:spPr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2BA3E7-F6B1-2740-5287-3C7E0E238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10" y="1673156"/>
            <a:ext cx="5000018" cy="5116750"/>
          </a:xfrm>
          <a:ln>
            <a:solidFill>
              <a:schemeClr val="tx1"/>
            </a:solidFill>
            <a:prstDash val="dash"/>
          </a:ln>
        </p:spPr>
        <p:txBody>
          <a:bodyPr>
            <a:normAutofit fontScale="77500" lnSpcReduction="2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Performance </a:t>
            </a:r>
          </a:p>
          <a:p>
            <a:r>
              <a:rPr lang="en-US" dirty="0"/>
              <a:t>The system shall load search results within 3 seconds.</a:t>
            </a:r>
          </a:p>
          <a:p>
            <a:r>
              <a:rPr lang="en-US" dirty="0"/>
              <a:t>The system shall process bookings within 5 seconds.</a:t>
            </a:r>
          </a:p>
          <a:p>
            <a:r>
              <a:rPr lang="en-US" dirty="0"/>
              <a:t>The system shall support multiple simultaneous users.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Reliability</a:t>
            </a:r>
          </a:p>
          <a:p>
            <a:r>
              <a:rPr lang="en-US" dirty="0"/>
              <a:t>The system shall maintain accurate booking information.</a:t>
            </a:r>
          </a:p>
          <a:p>
            <a:r>
              <a:rPr lang="en-US" dirty="0"/>
              <a:t>The system shall prevent double booking of services.</a:t>
            </a:r>
          </a:p>
          <a:p>
            <a:r>
              <a:rPr lang="en-US" dirty="0"/>
              <a:t>The system shall maintain consistent inventory data.</a:t>
            </a:r>
          </a:p>
          <a:p>
            <a:r>
              <a:rPr lang="en-US" dirty="0"/>
              <a:t>The system shall perform automatic database backups.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Security</a:t>
            </a:r>
          </a:p>
          <a:p>
            <a:r>
              <a:rPr lang="en-US" dirty="0"/>
              <a:t>The system shall require secure user authentication.</a:t>
            </a:r>
          </a:p>
          <a:p>
            <a:r>
              <a:rPr lang="en-US" dirty="0"/>
              <a:t>The system shall store encrypted user passwords.</a:t>
            </a:r>
          </a:p>
          <a:p>
            <a:r>
              <a:rPr lang="en-US" dirty="0"/>
              <a:t>The system shall restrict access based on user roles.</a:t>
            </a:r>
          </a:p>
          <a:p>
            <a:r>
              <a:rPr lang="en-US" dirty="0"/>
              <a:t>The system shall protect customer personal information.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Usability</a:t>
            </a:r>
          </a:p>
          <a:p>
            <a:r>
              <a:rPr lang="en-US" dirty="0"/>
              <a:t>The system shall provide a user-friendly interface.</a:t>
            </a:r>
          </a:p>
          <a:p>
            <a:r>
              <a:rPr lang="en-US" dirty="0"/>
              <a:t>The system shall allow simple navigation for users.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D0B59-71CB-7858-31A1-024F231AF64B}"/>
              </a:ext>
            </a:extLst>
          </p:cNvPr>
          <p:cNvSpPr txBox="1"/>
          <p:nvPr/>
        </p:nvSpPr>
        <p:spPr>
          <a:xfrm>
            <a:off x="6540231" y="1673157"/>
            <a:ext cx="4656306" cy="504753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provide clear booking confirmation messages.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Scalability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support future expansion of tour packages.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support increasing numbers of customers.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Compatibility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work on modern web browsers.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support mobile and desktop devices.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Maintainability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allow easy updates and maintenance.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include technical documentation for developers.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Availability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maintain high system uptime.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allow system recovery after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1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7700F-7C0E-C40B-A1E9-089E687D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CAEA-6C0C-27CF-F184-D4789E7F5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Thank you 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9682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45</TotalTime>
  <Words>441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Wingdings</vt:lpstr>
      <vt:lpstr>Parcel</vt:lpstr>
      <vt:lpstr>TOURIST AGENCY </vt:lpstr>
      <vt:lpstr>Functional requirements</vt:lpstr>
      <vt:lpstr>Functional requirements</vt:lpstr>
      <vt:lpstr>NON-Functional requirements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2026-03-12T20:36:13Z</dcterms:created>
  <dcterms:modified xsi:type="dcterms:W3CDTF">2026-03-13T10:33:20Z</dcterms:modified>
</cp:coreProperties>
</file>